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7"/>
  </p:notesMasterIdLst>
  <p:handoutMasterIdLst>
    <p:handoutMasterId r:id="rId18"/>
  </p:handoutMasterIdLst>
  <p:sldIdLst>
    <p:sldId id="314" r:id="rId3"/>
    <p:sldId id="322" r:id="rId4"/>
    <p:sldId id="323" r:id="rId5"/>
    <p:sldId id="266" r:id="rId6"/>
    <p:sldId id="341" r:id="rId7"/>
    <p:sldId id="342" r:id="rId8"/>
    <p:sldId id="343" r:id="rId9"/>
    <p:sldId id="344" r:id="rId10"/>
    <p:sldId id="345" r:id="rId11"/>
    <p:sldId id="346" r:id="rId12"/>
    <p:sldId id="340" r:id="rId13"/>
    <p:sldId id="347" r:id="rId14"/>
    <p:sldId id="348" r:id="rId15"/>
    <p:sldId id="33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BCDB23-F71F-45AC-95C4-53EA35851854}" v="25" dt="2026-03-04T03:42:4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82"/>
    <p:restoredTop sz="95833"/>
  </p:normalViewPr>
  <p:slideViewPr>
    <p:cSldViewPr snapToGrid="0" snapToObjects="1">
      <p:cViewPr varScale="1">
        <p:scale>
          <a:sx n="82" d="100"/>
          <a:sy n="82" d="100"/>
        </p:scale>
        <p:origin x="50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10-03-2026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10-03-2026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10-03-2026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10-03-2026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Restaurant Competitor Price Watcher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k. Sandhya </a:t>
            </a:r>
          </a:p>
          <a:p>
            <a:pPr marL="0" indent="0" algn="ctr">
              <a:buNone/>
            </a:pPr>
            <a:r>
              <a:rPr lang="en-US" sz="9600" dirty="0"/>
              <a:t>Student ID: 2520030473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/>
              <a:t>Cluster: 4</a:t>
            </a:r>
          </a:p>
          <a:p>
            <a:pPr marL="0" indent="0" algn="ctr">
              <a:buNone/>
            </a:pPr>
            <a:r>
              <a:rPr lang="en-US" sz="11200" dirty="0"/>
              <a:t>Section: 16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10-03-2026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</a:t>
            </a:r>
            <a:r>
              <a:rPr lang="en-US" sz="8600" dirty="0" err="1">
                <a:solidFill>
                  <a:srgbClr val="00B050"/>
                </a:solidFill>
              </a:rPr>
              <a:t>Mrs</a:t>
            </a:r>
            <a:r>
              <a:rPr lang="en-US" sz="8600" dirty="0">
                <a:solidFill>
                  <a:srgbClr val="00B050"/>
                </a:solidFill>
              </a:rPr>
              <a:t> Surekha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8CDB8742-DC24-EBEC-25F7-5BA7A50C39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9838" y="1203726"/>
            <a:ext cx="1132779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Restaurant Competitor Price Watcher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is a web application developed using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HTML, CSS, and JavaScript.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It helps restaurant owners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compare their dish prices with competitor prices.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The system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calculates the average price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and gives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price suggestions.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It also shows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price visualization using bars</a:t>
            </a:r>
            <a:r>
              <a:rPr lang="en-US" altLang="en-US" sz="2000" dirty="0">
                <a:latin typeface="Roman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An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admin panel allows adding new dishes and competitor prices.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The system uses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JavaScript and browser local storage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to manage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man"/>
            </a:endParaRPr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Roman"/>
              </a:rPr>
              <a:t>In the existing system, restaurant owners usually analyze competitor prices manually. They collect information from different restaurants and compare prices using spreadsheets or manual calculations.</a:t>
            </a:r>
          </a:p>
          <a:p>
            <a:r>
              <a:rPr lang="en-US" sz="2000" dirty="0">
                <a:latin typeface="Roman"/>
              </a:rPr>
              <a:t>Problems in existing system:</a:t>
            </a:r>
          </a:p>
          <a:p>
            <a:r>
              <a:rPr lang="en-US" sz="2000" dirty="0">
                <a:latin typeface="Roman"/>
              </a:rPr>
              <a:t>Time-consuming process</a:t>
            </a:r>
          </a:p>
          <a:p>
            <a:r>
              <a:rPr lang="en-US" sz="2000" dirty="0">
                <a:latin typeface="Roman"/>
              </a:rPr>
              <a:t>Manual calculation errors</a:t>
            </a:r>
          </a:p>
          <a:p>
            <a:r>
              <a:rPr lang="en-US" sz="2000" dirty="0">
                <a:latin typeface="Roman"/>
              </a:rPr>
              <a:t>No automatic suggestions</a:t>
            </a:r>
          </a:p>
          <a:p>
            <a:r>
              <a:rPr lang="en-US" sz="2000" dirty="0">
                <a:latin typeface="Roman"/>
              </a:rPr>
              <a:t>Difficult to maintain large price data</a:t>
            </a:r>
          </a:p>
          <a:p>
            <a:r>
              <a:rPr lang="en-US" sz="2000" dirty="0">
                <a:latin typeface="Roman"/>
              </a:rPr>
              <a:t>No visualization of competitor prices</a:t>
            </a:r>
          </a:p>
          <a:p>
            <a:pPr marL="457200" lvl="1" indent="-339725" algn="just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135224-75FA-6942-7E71-50A315519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Roman"/>
              </a:rPr>
              <a:t>The proposed system provides an </a:t>
            </a:r>
            <a:r>
              <a:rPr lang="en-US" sz="2000" b="1" dirty="0">
                <a:latin typeface="Roman"/>
              </a:rPr>
              <a:t>automated web-based solution</a:t>
            </a:r>
            <a:r>
              <a:rPr lang="en-US" sz="2000" dirty="0">
                <a:latin typeface="Roman"/>
              </a:rPr>
              <a:t> for analyzing restaurant dish prices.</a:t>
            </a:r>
          </a:p>
          <a:p>
            <a:r>
              <a:rPr lang="en-US" sz="2000" dirty="0">
                <a:latin typeface="Roman"/>
              </a:rPr>
              <a:t>Features:</a:t>
            </a:r>
          </a:p>
          <a:p>
            <a:r>
              <a:rPr lang="en-US" sz="2000" dirty="0">
                <a:latin typeface="Roman"/>
              </a:rPr>
              <a:t>User login and signup system</a:t>
            </a:r>
          </a:p>
          <a:p>
            <a:r>
              <a:rPr lang="en-US" sz="2000" dirty="0">
                <a:latin typeface="Roman"/>
              </a:rPr>
              <a:t>Dish price comparison with competitors</a:t>
            </a:r>
          </a:p>
          <a:p>
            <a:r>
              <a:rPr lang="en-US" sz="2000" dirty="0">
                <a:latin typeface="Roman"/>
              </a:rPr>
              <a:t>Automatic average price calculation</a:t>
            </a:r>
          </a:p>
          <a:p>
            <a:r>
              <a:rPr lang="en-US" sz="2000" dirty="0">
                <a:latin typeface="Roman"/>
              </a:rPr>
              <a:t>Price suggestion system</a:t>
            </a:r>
          </a:p>
          <a:p>
            <a:r>
              <a:rPr lang="en-US" sz="2000" dirty="0">
                <a:latin typeface="Roman"/>
              </a:rPr>
              <a:t>Visualization of competitor prices using bars</a:t>
            </a:r>
          </a:p>
          <a:p>
            <a:r>
              <a:rPr lang="en-US" sz="2000" dirty="0">
                <a:latin typeface="Roman"/>
              </a:rPr>
              <a:t>Admin panel to add new dishes and prices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918" y="365125"/>
            <a:ext cx="110738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B15296F-156D-BE47-727B-C34C7CDD4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7584"/>
            <a:ext cx="10515600" cy="515982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200" dirty="0">
                <a:latin typeface="Roman"/>
              </a:rPr>
              <a:t>                                        </a:t>
            </a:r>
            <a:endParaRPr lang="en-US" altLang="en-US" sz="9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2000" dirty="0">
                <a:latin typeface="Roman"/>
              </a:rPr>
              <a:t>Built using HTML and CSS for login, analysis, and admin pages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Roman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Roman"/>
              </a:rPr>
              <a:t>Client Logic: JavaScript processes user input and performs price analysis.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Roman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Roman"/>
              </a:rPr>
              <a:t>Data Storage: Browser Local Storage stores user accounts and dish price data.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Roman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Roman"/>
              </a:rPr>
              <a:t>Output: System displays average price, suggestions, and price visualization to the user.</a:t>
            </a:r>
          </a:p>
          <a:p>
            <a:pPr marL="0" indent="0">
              <a:buNone/>
            </a:pPr>
            <a:endParaRPr lang="en-US" sz="1200" dirty="0">
              <a:latin typeface="Roman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96" y="365126"/>
            <a:ext cx="11111204" cy="1084778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2B2F07-6D13-0095-B375-1DB85FA8EF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3005" y="1834081"/>
            <a:ext cx="9417403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User Authentication Module: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 Handles login and signup.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Price Analysis Module: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 Compares user dish price with competitor prices.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Suggestion Module: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 Gives price recommendation based on average price.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Visualization Module: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 Displays competitor prices using bar charts.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Admin Module: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 Allows adding and managing dish price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Data Storage Module: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 Stores user and dish data using local storage.</a:t>
            </a:r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531" y="365125"/>
            <a:ext cx="10887269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ACA4F1-9305-1BE8-3853-2C935D5C99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91928" y="1333836"/>
            <a:ext cx="8486350" cy="4508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To develop a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web-based system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for restaurant price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To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compare dish prices with competitor prices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automatically.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To provide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price suggestions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based on average competitor prices.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To implement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HTML, CSS, and JavaScript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concepts in a real project.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To store and manage data using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browser local storage.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To provide a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simple and user-friendly interface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for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To allow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admins to add and manage dish price data easily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69557B-A6AB-F48D-9A16-51F755A17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/>
              <a:t>CO1:</a:t>
            </a:r>
            <a:r>
              <a:rPr lang="en-IN" sz="2000" dirty="0"/>
              <a:t> Implemented HTML structure and CSS styling to design the web interface.</a:t>
            </a:r>
          </a:p>
          <a:p>
            <a:pPr marL="0" indent="0">
              <a:buNone/>
            </a:pPr>
            <a:endParaRPr lang="en-IN" sz="2000" dirty="0"/>
          </a:p>
          <a:p>
            <a:r>
              <a:rPr lang="en-IN" sz="2000" b="1" dirty="0"/>
              <a:t>CO2:</a:t>
            </a:r>
            <a:r>
              <a:rPr lang="en-IN" sz="2000" dirty="0"/>
              <a:t> Used HTML forms, input fields, and tables for user interaction and data input.</a:t>
            </a:r>
          </a:p>
          <a:p>
            <a:pPr marL="0" indent="0">
              <a:buNone/>
            </a:pPr>
            <a:endParaRPr lang="en-IN" sz="2000" dirty="0"/>
          </a:p>
          <a:p>
            <a:r>
              <a:rPr lang="en-IN" sz="2000" b="1" dirty="0"/>
              <a:t>CO3:</a:t>
            </a:r>
            <a:r>
              <a:rPr lang="en-IN" sz="2000" dirty="0"/>
              <a:t> Applied JavaScript fundamentals such as variables, functions, conditions, arrays, and objects.</a:t>
            </a:r>
          </a:p>
          <a:p>
            <a:pPr marL="0" indent="0">
              <a:buNone/>
            </a:pPr>
            <a:endParaRPr lang="en-IN" sz="2000" dirty="0"/>
          </a:p>
          <a:p>
            <a:r>
              <a:rPr lang="en-IN" sz="2000" b="1" dirty="0"/>
              <a:t>CO4:</a:t>
            </a:r>
            <a:r>
              <a:rPr lang="en-IN" sz="2000" dirty="0"/>
              <a:t> Implemented DOM manipulation, event handling, and local storage for storing user data.</a:t>
            </a:r>
          </a:p>
          <a:p>
            <a:pPr marL="0" indent="0">
              <a:buNone/>
            </a:pPr>
            <a:endParaRPr lang="en-IN" sz="2000" dirty="0"/>
          </a:p>
          <a:p>
            <a:r>
              <a:rPr lang="en-IN" sz="2000" b="1" dirty="0"/>
              <a:t>CO5:</a:t>
            </a:r>
            <a:r>
              <a:rPr lang="en-IN" sz="2000" dirty="0"/>
              <a:t> Developed dynamic web pages and form validation using JavaScript for better interactivity.</a:t>
            </a:r>
          </a:p>
          <a:p>
            <a:pPr marL="457200" lvl="1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DSA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26AE93-69A8-DC85-DA45-05F4D66EF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Roman"/>
              </a:rPr>
              <a:t>CO1:</a:t>
            </a:r>
            <a:r>
              <a:rPr lang="en-US" sz="2000" dirty="0">
                <a:latin typeface="Roman"/>
              </a:rPr>
              <a:t> Applied algorithm analysis concepts for processing and comparing price data.</a:t>
            </a:r>
          </a:p>
          <a:p>
            <a:pPr marL="0" indent="0">
              <a:buNone/>
            </a:pPr>
            <a:endParaRPr lang="en-US" sz="2000" dirty="0">
              <a:latin typeface="Roman"/>
            </a:endParaRPr>
          </a:p>
          <a:p>
            <a:r>
              <a:rPr lang="en-US" sz="2000" b="1" dirty="0">
                <a:latin typeface="Roman"/>
              </a:rPr>
              <a:t>CO2:</a:t>
            </a:r>
            <a:r>
              <a:rPr lang="en-US" sz="2000" dirty="0">
                <a:latin typeface="Roman"/>
              </a:rPr>
              <a:t> Used searching techniques to find dish prices from competitor data.</a:t>
            </a:r>
          </a:p>
          <a:p>
            <a:pPr marL="0" indent="0">
              <a:buNone/>
            </a:pPr>
            <a:endParaRPr lang="en-US" sz="2000" dirty="0">
              <a:latin typeface="Roman"/>
            </a:endParaRPr>
          </a:p>
          <a:p>
            <a:r>
              <a:rPr lang="en-US" sz="2000" b="1" dirty="0">
                <a:latin typeface="Roman"/>
              </a:rPr>
              <a:t>CO3:</a:t>
            </a:r>
            <a:r>
              <a:rPr lang="en-US" sz="2000" dirty="0">
                <a:latin typeface="Roman"/>
              </a:rPr>
              <a:t> Implemented arrays and data structures to store competitor price information.</a:t>
            </a:r>
          </a:p>
          <a:p>
            <a:pPr marL="0" indent="0">
              <a:buNone/>
            </a:pPr>
            <a:endParaRPr lang="en-US" sz="2000" dirty="0">
              <a:latin typeface="Roman"/>
            </a:endParaRPr>
          </a:p>
          <a:p>
            <a:r>
              <a:rPr lang="en-US" sz="2000" b="1" dirty="0">
                <a:latin typeface="Roman"/>
              </a:rPr>
              <a:t>CO4:</a:t>
            </a:r>
            <a:r>
              <a:rPr lang="en-US" sz="2000" dirty="0">
                <a:latin typeface="Roman"/>
              </a:rPr>
              <a:t> Used basic algorithm logic to calculate average prices and compare values.</a:t>
            </a:r>
          </a:p>
          <a:p>
            <a:pPr marL="0" indent="0">
              <a:buNone/>
            </a:pPr>
            <a:endParaRPr lang="en-US" sz="2000" dirty="0">
              <a:latin typeface="Roman"/>
            </a:endParaRPr>
          </a:p>
          <a:p>
            <a:r>
              <a:rPr lang="en-US" sz="2000" b="1" dirty="0">
                <a:latin typeface="Roman"/>
              </a:rPr>
              <a:t>CO5:</a:t>
            </a:r>
            <a:r>
              <a:rPr lang="en-US" sz="2000" dirty="0">
                <a:latin typeface="Roman"/>
              </a:rPr>
              <a:t> Demonstrated problem-solving using data structures and algorithms in price analysis.</a:t>
            </a:r>
          </a:p>
          <a:p>
            <a:pPr marL="457200" lvl="1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&amp; DSA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FEB6CD-946A-5015-8177-82F10A8BB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442876"/>
            <a:ext cx="4602504" cy="2512227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E352E8A1-8D2A-060B-3D10-E590F15F95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47665" y="2445043"/>
            <a:ext cx="3769568" cy="276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329739-E6FE-2CF4-910C-609FB16787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0234" y="2050145"/>
            <a:ext cx="1168027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The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Restaurant Competitor Price Watcher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helps analyze and compare dish prices with competitor prices.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The system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calculates average price and provides price suggestions.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It reduces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manual effort in price comparison.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The project demonstrates the use of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HTML, CSS, JavaScript, and basic DSA concepts.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It provides a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simple and user-friendly interface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man"/>
              </a:rPr>
              <a:t>for price analysis.</a:t>
            </a:r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9C48296-AAB4-42EE-EB44-5D75B4A94C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64248" y="2071395"/>
            <a:ext cx="3263503" cy="410556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3840</TotalTime>
  <Words>762</Words>
  <Application>Microsoft Office PowerPoint</Application>
  <PresentationFormat>Widescreen</PresentationFormat>
  <Paragraphs>168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Roman</vt:lpstr>
      <vt:lpstr>Office Theme</vt:lpstr>
      <vt:lpstr>Custom Design</vt:lpstr>
      <vt:lpstr>Title: Restaurant Competitor Price Watcher</vt:lpstr>
      <vt:lpstr>OUTLINE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FWD</vt:lpstr>
      <vt:lpstr>Co’s Attainments - DSA</vt:lpstr>
      <vt:lpstr>Screenshots for FWD &amp; DSA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sandhyarani konkala</cp:lastModifiedBy>
  <cp:revision>54</cp:revision>
  <dcterms:created xsi:type="dcterms:W3CDTF">2022-05-20T10:20:31Z</dcterms:created>
  <dcterms:modified xsi:type="dcterms:W3CDTF">2026-03-10T06:00:17Z</dcterms:modified>
</cp:coreProperties>
</file>